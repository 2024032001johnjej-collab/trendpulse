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E2D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E2D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D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D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D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74320"/>
            <a:ext cx="3657600" cy="3657600"/>
          </a:xfrm>
          <a:prstGeom prst="ellipse">
            <a:avLst/>
          </a:prstGeom>
          <a:solidFill>
            <a:srgbClr val="00C2CB">
              <a:alpha val="12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640080"/>
            <a:ext cx="2743200" cy="2743200"/>
          </a:xfrm>
          <a:prstGeom prst="ellipse">
            <a:avLst/>
          </a:prstGeom>
          <a:solidFill>
            <a:srgbClr val="00C2CB">
              <a:alpha val="8000"/>
            </a:srgbClr>
          </a:solidFill>
          <a:ln w="6350">
            <a:solidFill>
              <a:srgbClr val="00C2CB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65760"/>
            <a:ext cx="1097280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5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PS-04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91440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TrendPulse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65760" y="18745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2C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Media Trend &amp; Sentiment Dashboard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5486400" cy="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"Know what the internet feels — before it's too late."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3657600" cy="685800"/>
          </a:xfrm>
          <a:prstGeom prst="rect">
            <a:avLst/>
          </a:prstGeom>
          <a:solidFill>
            <a:srgbClr val="162050"/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CB"/>
                </a:solidFill>
              </a:rPr>
              <a:t>TEAM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Cyber Techies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06240" y="3154680"/>
            <a:ext cx="3657600" cy="685800"/>
          </a:xfrm>
          <a:prstGeom prst="rect">
            <a:avLst/>
          </a:prstGeom>
          <a:solidFill>
            <a:srgbClr val="162050"/>
          </a:solidFill>
          <a:ln w="10160">
            <a:solidFill>
              <a:srgbClr val="00C2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20040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CB"/>
                </a:solidFill>
              </a:rPr>
              <a:t>COLLEGE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43400" y="340156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Xaviers Institute of Engineering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CB"/>
                </a:solidFill>
              </a:rPr>
              <a:t>TEAM MEMBERS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John Bright   |   Dinesh Suthar   | Manas Tawde  |   Priyanka Girap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0C2CB">
              <a:alpha val="20000"/>
            </a:srgbClr>
          </a:solidFill>
          <a:ln w="12700">
            <a:solidFill>
              <a:srgbClr val="00C2CB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</a:rPr>
              <a:t>Hackathon 2026  •  Idea Submission Round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02 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3291840"/>
          </a:xfrm>
          <a:prstGeom prst="rect">
            <a:avLst/>
          </a:prstGeom>
          <a:solidFill>
            <a:srgbClr val="162050"/>
          </a:solidFill>
          <a:ln w="1524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031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Delayed Awareness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Brands miss viral trends and sentiment spikes until it's too late to respond, causing reputational damage.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64408" y="1325880"/>
            <a:ext cx="2743200" cy="3291840"/>
          </a:xfrm>
          <a:prstGeom prst="rect">
            <a:avLst/>
          </a:prstGeom>
          <a:solidFill>
            <a:srgbClr val="162050"/>
          </a:solidFill>
          <a:ln w="1524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325880"/>
            <a:ext cx="27432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5087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01568" y="21031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Overload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01568" y="256032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hundreds of posts manually is slow, error-prone, and completely unscalable for modern organizations.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08776" y="1325880"/>
            <a:ext cx="2743200" cy="3291840"/>
          </a:xfrm>
          <a:prstGeom prst="rect">
            <a:avLst/>
          </a:prstGeom>
          <a:solidFill>
            <a:srgbClr val="162050"/>
          </a:solidFill>
          <a:ln w="1524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08776" y="1325880"/>
            <a:ext cx="27432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5087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21031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Unified View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45936" y="2560320"/>
            <a:ext cx="24688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single dashboard that combines trend detection, sentiment scoring, and real-time alerts in one place.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1A44"/>
          </a:solidFill>
          <a:ln w="12700">
            <a:solidFill>
              <a:srgbClr val="101A4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47091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BB"/>
                </a:solidFill>
              </a:rPr>
              <a:t>72% of brand crises start on social media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46120" y="4800600"/>
            <a:ext cx="0" cy="27432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91840" y="47091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BB"/>
                </a:solidFill>
              </a:rPr>
              <a:t>Avg response window: 4-6 hours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263640" y="4800600"/>
            <a:ext cx="0" cy="274320"/>
          </a:xfrm>
          <a:prstGeom prst="line">
            <a:avLst/>
          </a:prstGeom>
          <a:noFill/>
          <a:ln w="6350">
            <a:solidFill>
              <a:srgbClr val="8899B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309360" y="470916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BB"/>
                </a:solidFill>
              </a:rPr>
              <a:t>Manual monitoring misses 60% of spikes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03 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162050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82296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795528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TrendPulse is a real-time social media intelligence dashboard that aggregates posts, performs AI-powered sentiment analysis, visualizes trends through interactive charts, and triggers instant alerts when sentiment spikes.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2011680" cy="2560320"/>
          </a:xfrm>
          <a:prstGeom prst="rect">
            <a:avLst/>
          </a:prstGeom>
          <a:solidFill>
            <a:srgbClr val="1620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3520440"/>
            <a:ext cx="137160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" y="2359152"/>
            <a:ext cx="347472" cy="34747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3591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1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23160"/>
            <a:ext cx="594360" cy="5943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20040" y="3108960"/>
            <a:ext cx="201168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2186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11480" y="3584448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 social posts from simulated feeds with hashtag &amp; keyword tagging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68880" y="2286000"/>
            <a:ext cx="2011680" cy="2560320"/>
          </a:xfrm>
          <a:prstGeom prst="rect">
            <a:avLst/>
          </a:prstGeom>
          <a:solidFill>
            <a:srgbClr val="16205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80560" y="3520440"/>
            <a:ext cx="137160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42032" y="2359152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42032" y="23591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2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423160"/>
            <a:ext cx="594360" cy="59436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2468880" y="3108960"/>
            <a:ext cx="201168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60320" y="32186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2560320" y="3584448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VADER/HuggingFace sentiment analysis on every post in real-time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17720" y="2286000"/>
            <a:ext cx="2011680" cy="2560320"/>
          </a:xfrm>
          <a:prstGeom prst="rect">
            <a:avLst/>
          </a:prstGeom>
          <a:solidFill>
            <a:srgbClr val="1620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629400" y="3520440"/>
            <a:ext cx="137160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90872" y="2359152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90872" y="23591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3</a:t>
            </a:r>
            <a:endParaRPr lang="en-US" sz="12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423160"/>
            <a:ext cx="594360" cy="59436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617720" y="3108960"/>
            <a:ext cx="201168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09160" y="32186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4709160" y="3584448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charts, word clouds, and trend lines update live on the dashboard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766560" y="2286000"/>
            <a:ext cx="2011680" cy="2560320"/>
          </a:xfrm>
          <a:prstGeom prst="rect">
            <a:avLst/>
          </a:prstGeom>
          <a:solidFill>
            <a:srgbClr val="16205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839712" y="2359152"/>
            <a:ext cx="347472" cy="34747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839712" y="23591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4</a:t>
            </a:r>
            <a:endParaRPr lang="en-US" sz="12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423160"/>
            <a:ext cx="594360" cy="594360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6766560" y="3108960"/>
            <a:ext cx="201168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858000" y="32186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</a:t>
            </a:r>
            <a:endParaRPr lang="en-US" sz="1500" dirty="0"/>
          </a:p>
        </p:txBody>
      </p:sp>
      <p:sp>
        <p:nvSpPr>
          <p:cNvPr id="39" name="Text 33"/>
          <p:cNvSpPr/>
          <p:nvPr/>
        </p:nvSpPr>
        <p:spPr>
          <a:xfrm>
            <a:off x="6858000" y="3584448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spike alerts trigger when negative sentiment or volume crosses threshold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04 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1508760"/>
          </a:xfrm>
          <a:prstGeom prst="rect">
            <a:avLst/>
          </a:prstGeom>
          <a:solidFill>
            <a:srgbClr val="162050"/>
          </a:solidFill>
          <a:ln w="10160">
            <a:solidFill>
              <a:srgbClr val="00C2C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191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5544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Post Feed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Color-coded sentiment tags on each post as they stream in real time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417320"/>
            <a:ext cx="2743200" cy="1508760"/>
          </a:xfrm>
          <a:prstGeom prst="rect">
            <a:avLst/>
          </a:prstGeom>
          <a:solidFill>
            <a:srgbClr val="162050"/>
          </a:solidFill>
          <a:ln w="1016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8191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5544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0574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classifies every post as Positive 😊, Neutral 😐, or Negative 😠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417320"/>
            <a:ext cx="2743200" cy="1508760"/>
          </a:xfrm>
          <a:prstGeom prst="rect">
            <a:avLst/>
          </a:prstGeom>
          <a:solidFill>
            <a:srgbClr val="162050"/>
          </a:solidFill>
          <a:ln w="1016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1417320"/>
            <a:ext cx="2743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8191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5544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Charts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0" y="205740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Time-series sentiment chart and topic trend lines update dynamically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3108960"/>
            <a:ext cx="2743200" cy="1508760"/>
          </a:xfrm>
          <a:prstGeom prst="rect">
            <a:avLst/>
          </a:prstGeom>
          <a:solidFill>
            <a:srgbClr val="162050"/>
          </a:solidFill>
          <a:ln w="10160">
            <a:solidFill>
              <a:srgbClr val="EF476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108960"/>
            <a:ext cx="27432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7355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24612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Spike Alerts 🚨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374904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Flashing alert banner triggers on sudden negative sentiment surges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3108960"/>
            <a:ext cx="2743200" cy="1508760"/>
          </a:xfrm>
          <a:prstGeom prst="rect">
            <a:avLst/>
          </a:prstGeom>
          <a:solidFill>
            <a:srgbClr val="162050"/>
          </a:solidFill>
          <a:ln w="10160">
            <a:solidFill>
              <a:srgbClr val="00C2C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3108960"/>
            <a:ext cx="27432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73552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324612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Topic Filtering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337560" y="374904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by hashtag (#AI, #Tech) — all charts and word cloud update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3108960"/>
            <a:ext cx="2743200" cy="1508760"/>
          </a:xfrm>
          <a:prstGeom prst="rect">
            <a:avLst/>
          </a:prstGeom>
          <a:solidFill>
            <a:srgbClr val="162050"/>
          </a:solidFill>
          <a:ln w="10160">
            <a:solidFill>
              <a:srgbClr val="FFD16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3108960"/>
            <a:ext cx="27432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273552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20840" y="324612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Cloud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17920" y="3749040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keyword frequency visualization of trending terms and topics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05  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Technology Stack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365760" y="1325880"/>
          <a:ext cx="841248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329184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F2C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F2C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F2C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2C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2CB"/>
                          </a:solidFill>
                        </a:rPr>
                        <a:t>Frontend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HTML5 + Tailwind CSS + Chart.js + wordcloud2.js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</a:rPr>
                        <a:t>Dashboard UI, interactive charts, word cloud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2CB"/>
                          </a:solidFill>
                        </a:rPr>
                        <a:t>Backend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Python + Flask + REST API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</a:rPr>
                        <a:t>Server, data routing, sentiment API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2CB"/>
                          </a:solidFill>
                        </a:rPr>
                        <a:t>AI / NLP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VADER Sentiment + HuggingFace (distilbert)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</a:rPr>
                        <a:t>Sentiment classification engine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2CB"/>
                          </a:solidFill>
                        </a:rPr>
                        <a:t>Data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Simulated JSON Dataset (~500 posts)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</a:rPr>
                        <a:t>Demo-ready, no API key required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F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2CB"/>
                          </a:solidFill>
                        </a:rPr>
                        <a:t>Visualization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Chart.js + D3.js + wordcloud2.js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F0FE"/>
                          </a:solidFill>
                        </a:rPr>
                        <a:t>Bar, line, pie charts, word cloud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5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2CB"/>
                </a:solidFill>
              </a:rPr>
              <a:t>✓  All technologies are free &amp; open source  •  No paid API required for demo  •  Scalable to real Twitter/Reddit APIs post-hackathon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06 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011680" cy="1188720"/>
          </a:xfrm>
          <a:prstGeom prst="rect">
            <a:avLst/>
          </a:prstGeom>
          <a:solidFill>
            <a:srgbClr val="162050"/>
          </a:solidFill>
          <a:ln w="25400">
            <a:solidFill>
              <a:srgbClr val="FFD166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17320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D166"/>
                </a:solidFill>
              </a:rPr>
              <a:t>DATA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Simulated 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Posts (~500)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40280" y="2011680"/>
            <a:ext cx="502920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15768" y="1965960"/>
            <a:ext cx="73152" cy="9144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417320"/>
            <a:ext cx="2011680" cy="1188720"/>
          </a:xfrm>
          <a:prstGeom prst="rect">
            <a:avLst/>
          </a:prstGeom>
          <a:solidFill>
            <a:srgbClr val="162050"/>
          </a:solidFill>
          <a:ln w="25400">
            <a:solidFill>
              <a:srgbClr val="00C2CB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417320"/>
            <a:ext cx="20116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C2CB"/>
                </a:solidFill>
              </a:rPr>
              <a:t>FLASK 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18745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REST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Routes &amp; Logic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011680"/>
            <a:ext cx="502920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965960"/>
            <a:ext cx="73152" cy="9144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417320"/>
            <a:ext cx="2011680" cy="1188720"/>
          </a:xfrm>
          <a:prstGeom prst="rect">
            <a:avLst/>
          </a:prstGeom>
          <a:solidFill>
            <a:srgbClr val="162050"/>
          </a:solidFill>
          <a:ln w="25400">
            <a:solidFill>
              <a:srgbClr val="06D6A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41732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6D6A0"/>
                </a:solidFill>
              </a:rPr>
              <a:t>AI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18745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VADER Sentiment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NLP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2011680"/>
            <a:ext cx="502920" cy="0"/>
          </a:xfrm>
          <a:prstGeom prst="line">
            <a:avLst/>
          </a:prstGeom>
          <a:noFill/>
          <a:ln w="25400">
            <a:solidFill>
              <a:srgbClr val="8899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87768" y="1965960"/>
            <a:ext cx="73152" cy="9144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86600" y="1417320"/>
            <a:ext cx="2011680" cy="1188720"/>
          </a:xfrm>
          <a:prstGeom prst="rect">
            <a:avLst/>
          </a:prstGeom>
          <a:solidFill>
            <a:srgbClr val="162050"/>
          </a:solidFill>
          <a:ln w="25400">
            <a:solidFill>
              <a:srgbClr val="EF476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86600" y="1417320"/>
            <a:ext cx="201168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150876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F476F"/>
                </a:solidFill>
              </a:rPr>
              <a:t>DASHBOARD UI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1874520"/>
            <a:ext cx="1828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Charts, Alerts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Word Cloud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12848" y="15087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84848" y="150876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C2CB"/>
                </a:solidFill>
              </a:rPr>
              <a:t>FRONTEND COMPONENTS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200400"/>
            <a:ext cx="1554480" cy="502920"/>
          </a:xfrm>
          <a:prstGeom prst="rect">
            <a:avLst/>
          </a:prstGeom>
          <a:solidFill>
            <a:srgbClr val="16205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Feed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39112" y="3200400"/>
            <a:ext cx="1554480" cy="502920"/>
          </a:xfrm>
          <a:prstGeom prst="rect">
            <a:avLst/>
          </a:prstGeom>
          <a:solidFill>
            <a:srgbClr val="1620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39112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Sentiment Chart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58184" y="3200400"/>
            <a:ext cx="1554480" cy="502920"/>
          </a:xfrm>
          <a:prstGeom prst="rect">
            <a:avLst/>
          </a:prstGeom>
          <a:solidFill>
            <a:srgbClr val="1620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58184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Word Cloud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77256" y="3200400"/>
            <a:ext cx="1554480" cy="502920"/>
          </a:xfrm>
          <a:prstGeom prst="rect">
            <a:avLst/>
          </a:prstGeom>
          <a:solidFill>
            <a:srgbClr val="16205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77256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Trend Line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96328" y="3200400"/>
            <a:ext cx="1554480" cy="502920"/>
          </a:xfrm>
          <a:prstGeom prst="rect">
            <a:avLst/>
          </a:prstGeom>
          <a:solidFill>
            <a:srgbClr val="16205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96328" y="32004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Alert System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2606040"/>
            <a:ext cx="0" cy="594360"/>
          </a:xfrm>
          <a:prstGeom prst="line">
            <a:avLst/>
          </a:prstGeom>
          <a:noFill/>
          <a:ln w="19050">
            <a:solidFill>
              <a:srgbClr val="EF476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3200400"/>
            <a:ext cx="7772400" cy="0"/>
          </a:xfrm>
          <a:prstGeom prst="line">
            <a:avLst/>
          </a:prstGeom>
          <a:noFill/>
          <a:ln w="6350">
            <a:solidFill>
              <a:srgbClr val="1620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101A44"/>
          </a:solidFill>
          <a:ln w="6350">
            <a:solidFill>
              <a:srgbClr val="1620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950208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C2CB"/>
                </a:solidFill>
              </a:rPr>
              <a:t>DESIGN PRINCIPLES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416052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✓  Offline-first: No external API needed for demo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416052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✓  Modular: Each component is independently replaceable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443484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✓  Real-time: Dashboard polls backend every 2 seconds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54880" y="443484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</a:rPr>
              <a:t>✓  Scalable: Plug in real Twitter/Reddit API post-event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07  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12-Hour Implementation Plan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0624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90472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90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" y="1417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1143000" cy="274320"/>
          </a:xfrm>
          <a:prstGeom prst="rect">
            <a:avLst/>
          </a:prstGeom>
          <a:solidFill>
            <a:srgbClr val="FFD166">
              <a:alpha val="25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0–1 hr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33272" y="1737360"/>
            <a:ext cx="3337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Generate 500 fake JSON posts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Add keywords, timestamps, hashtags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Build VADER sentiment pipeline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420624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90472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90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14173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1417320"/>
            <a:ext cx="1143000" cy="274320"/>
          </a:xfrm>
          <a:prstGeom prst="rect">
            <a:avLst/>
          </a:prstGeom>
          <a:solidFill>
            <a:srgbClr val="00C2CB">
              <a:alpha val="25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14173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</a:rPr>
              <a:t>1–2.5 hrs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68112" y="1737360"/>
            <a:ext cx="3337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Flask REST API setup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Sentiment analysis endpoint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Post feed simulation endpoint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587752"/>
            <a:ext cx="420624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52344"/>
            <a:ext cx="502920" cy="5029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523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" y="26791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UI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679192"/>
            <a:ext cx="1143000" cy="274320"/>
          </a:xfrm>
          <a:prstGeom prst="rect">
            <a:avLst/>
          </a:prstGeom>
          <a:solidFill>
            <a:srgbClr val="06D6A0">
              <a:alpha val="25000"/>
            </a:srgbClr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67919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2.5–7 hrs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" y="2999232"/>
            <a:ext cx="3337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Chart.js integration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Live post feed component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Sentiment donut + trend line chart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587752"/>
            <a:ext cx="420624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752344"/>
            <a:ext cx="502920" cy="50292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523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68112" y="26791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Alerts + Cloud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2679192"/>
            <a:ext cx="1143000" cy="274320"/>
          </a:xfrm>
          <a:prstGeom prst="rect">
            <a:avLst/>
          </a:prstGeom>
          <a:solidFill>
            <a:srgbClr val="EF476F">
              <a:alpha val="25000"/>
            </a:srgbClr>
          </a:solidFill>
          <a:ln w="635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67919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76F"/>
                </a:solidFill>
              </a:rPr>
              <a:t>7–9.5 hrs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68112" y="2999232"/>
            <a:ext cx="3337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Spike detection algorithm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Red alert banner animation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wordcloud2.js integration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849624"/>
            <a:ext cx="420624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4014216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0142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33272" y="39410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Polish &amp; Test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46120" y="3941064"/>
            <a:ext cx="1143000" cy="274320"/>
          </a:xfrm>
          <a:prstGeom prst="rect">
            <a:avLst/>
          </a:prstGeom>
          <a:solidFill>
            <a:srgbClr val="FFD166">
              <a:alpha val="25000"/>
            </a:srgbClr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394106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</a:rPr>
              <a:t>9.5–11 hrs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3272" y="4261104"/>
            <a:ext cx="3337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Responsive design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End-to-end testing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UI polish &amp; animations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849624"/>
            <a:ext cx="420624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014216"/>
            <a:ext cx="502920" cy="50292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0142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2C"/>
                </a:solidFill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68112" y="394106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 Prep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80960" y="3941064"/>
            <a:ext cx="1143000" cy="274320"/>
          </a:xfrm>
          <a:prstGeom prst="rect">
            <a:avLst/>
          </a:prstGeom>
          <a:solidFill>
            <a:srgbClr val="00C2CB">
              <a:alpha val="25000"/>
            </a:srgbClr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941064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CB"/>
                </a:solidFill>
              </a:rPr>
              <a:t>11–12 hrs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68112" y="4261104"/>
            <a:ext cx="33375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README documentation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Demo script preparation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0FE"/>
                </a:solidFill>
              </a:rPr>
              <a:t>Presentation rehearsal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08 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Expected Impact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51760" cy="1280160"/>
          </a:xfrm>
          <a:prstGeom prst="rect">
            <a:avLst/>
          </a:prstGeom>
          <a:solidFill>
            <a:srgbClr val="162050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C2CB"/>
                </a:solidFill>
              </a:rPr>
              <a:t>10x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</a:rPr>
              <a:t>Faster trend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</a:rPr>
              <a:t>detection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2651760" cy="1280160"/>
          </a:xfrm>
          <a:prstGeom prst="rect">
            <a:avLst/>
          </a:prstGeom>
          <a:solidFill>
            <a:srgbClr val="162050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37160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D6A0"/>
                </a:solidFill>
              </a:rPr>
              <a:t>60%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154680" y="20574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</a:rPr>
              <a:t>Reduction 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</a:rPr>
              <a:t>missed spikes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325880"/>
            <a:ext cx="2651760" cy="1280160"/>
          </a:xfrm>
          <a:prstGeom prst="rect">
            <a:avLst/>
          </a:prstGeom>
          <a:solidFill>
            <a:srgbClr val="162050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371600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166"/>
                </a:solidFill>
              </a:rPr>
              <a:t>24/7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989320" y="205740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</a:rPr>
              <a:t>Automated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0FE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C2CB"/>
                </a:solidFill>
              </a:rPr>
              <a:t>WHO BENEFITS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2011680" cy="1417320"/>
          </a:xfrm>
          <a:prstGeom prst="rect">
            <a:avLst/>
          </a:prstGeom>
          <a:solidFill>
            <a:srgbClr val="162050"/>
          </a:solidFill>
          <a:ln w="10160">
            <a:solidFill>
              <a:srgbClr val="00C2CB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218688"/>
            <a:ext cx="594360" cy="5943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65760" y="3840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 &amp; Marketing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Teams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68880" y="3090672"/>
            <a:ext cx="2011680" cy="1417320"/>
          </a:xfrm>
          <a:prstGeom prst="rect">
            <a:avLst/>
          </a:prstGeom>
          <a:solidFill>
            <a:srgbClr val="162050"/>
          </a:solidFill>
          <a:ln w="10160">
            <a:solidFill>
              <a:srgbClr val="06D6A0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218688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514600" y="3840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Product Launch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Managers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617720" y="3090672"/>
            <a:ext cx="2011680" cy="1417320"/>
          </a:xfrm>
          <a:prstGeom prst="rect">
            <a:avLst/>
          </a:prstGeom>
          <a:solidFill>
            <a:srgbClr val="162050"/>
          </a:solidFill>
          <a:ln w="10160">
            <a:solidFill>
              <a:srgbClr val="FFD166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218688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63440" y="3840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Event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Organizers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66560" y="3090672"/>
            <a:ext cx="2011680" cy="1417320"/>
          </a:xfrm>
          <a:prstGeom prst="rect">
            <a:avLst/>
          </a:prstGeom>
          <a:solidFill>
            <a:srgbClr val="162050"/>
          </a:solidFill>
          <a:ln w="10160">
            <a:solidFill>
              <a:srgbClr val="EF476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3218688"/>
            <a:ext cx="594360" cy="5943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384048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Political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Campaigns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162050"/>
          </a:solidFill>
          <a:ln w="6350">
            <a:solidFill>
              <a:srgbClr val="8899B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02920" y="464515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99BB"/>
                </a:solidFill>
              </a:rPr>
              <a:t>Future Scope:  Real Twitter/Reddit API  •  Multi-language NLP  •  Chrome Extension  •  Telegram Alert Bot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solidFill>
            <a:srgbClr val="162050"/>
          </a:solidFill>
          <a:ln w="635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0C2CB"/>
                </a:solidFill>
              </a:rPr>
              <a:t>09  INNOVATION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Why TrendPulse Wins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8503920" cy="804672"/>
          </a:xfrm>
          <a:prstGeom prst="rect">
            <a:avLst/>
          </a:prstGeom>
          <a:solidFill>
            <a:srgbClr val="16205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8046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81328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813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38988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 Spike Alert System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7552" y="171907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No other PS-04 implementation will have a live alert trigger. When negative sentiment crosses a threshold, a dramatic red banner flashes — your wow moment in the demo.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8503920" cy="804672"/>
          </a:xfrm>
          <a:prstGeom prst="rect">
            <a:avLst/>
          </a:prstGeom>
          <a:solidFill>
            <a:srgbClr val="162050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21992"/>
            <a:ext cx="64008" cy="8046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77440"/>
            <a:ext cx="384048" cy="384048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28600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Offline Demo Ready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615184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Most teams will struggle with API keys and rate limits. Our simulated dataset means flawless demo performance with no external dependencies.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804672"/>
          </a:xfrm>
          <a:prstGeom prst="rect">
            <a:avLst/>
          </a:prstGeom>
          <a:solidFill>
            <a:srgbClr val="16205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18104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273552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735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31821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AI-Powered, Not Rule-Based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7552" y="3511296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We use pre-trained transformer-based NLP (HuggingFace distilbert) for nuanced sentiment — not just keyword matching. Judges understand the difference.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014216"/>
            <a:ext cx="8503920" cy="804672"/>
          </a:xfrm>
          <a:prstGeom prst="rect">
            <a:avLst/>
          </a:prstGeom>
          <a:solidFill>
            <a:srgbClr val="16205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14216"/>
            <a:ext cx="64008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9664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96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F2C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407822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Visually Immersive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4407408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F0FE"/>
                </a:solidFill>
              </a:rPr>
              <a:t>Dark-themed, animated, with live charts updating every 2 seconds. The demo looks like a real product — not a hackathon project.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0C2CB">
              <a:alpha val="7000"/>
            </a:srgbClr>
          </a:solidFill>
          <a:ln w="635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0" y="914400"/>
            <a:ext cx="4572000" cy="4572000"/>
          </a:xfrm>
          <a:prstGeom prst="ellipse">
            <a:avLst/>
          </a:prstGeom>
          <a:solidFill>
            <a:srgbClr val="FFD166">
              <a:alpha val="5000"/>
            </a:srgbClr>
          </a:solidFill>
          <a:ln w="6350">
            <a:solidFill>
              <a:srgbClr val="FFD16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Team Cyber Techies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C2CB"/>
                </a:solidFill>
              </a:rPr>
              <a:t>Xaviers Institute of Engineering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011680" cy="1188720"/>
          </a:xfrm>
          <a:prstGeom prst="rect">
            <a:avLst/>
          </a:prstGeom>
          <a:solidFill>
            <a:srgbClr val="162050"/>
          </a:solidFill>
          <a:ln w="15240">
            <a:solidFill>
              <a:srgbClr val="00C2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00200"/>
            <a:ext cx="2011680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691640"/>
            <a:ext cx="594360" cy="594360"/>
          </a:xfrm>
          <a:prstGeom prst="ellipse">
            <a:avLst/>
          </a:prstGeom>
          <a:solidFill>
            <a:srgbClr val="00C2CB">
              <a:alpha val="3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916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John Bright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C2CB"/>
                </a:solidFill>
              </a:rPr>
              <a:t>Frontend Dev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1600200"/>
            <a:ext cx="2011680" cy="1188720"/>
          </a:xfrm>
          <a:prstGeom prst="rect">
            <a:avLst/>
          </a:prstGeom>
          <a:solidFill>
            <a:srgbClr val="162050"/>
          </a:solidFill>
          <a:ln w="1524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60020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691640"/>
            <a:ext cx="594360" cy="594360"/>
          </a:xfrm>
          <a:prstGeom prst="ellipse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6916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4600" y="23317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Dinesh Suthar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25786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6D6A0"/>
                </a:solidFill>
              </a:rPr>
              <a:t>Backend Dev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600200"/>
            <a:ext cx="2011680" cy="1188720"/>
          </a:xfrm>
          <a:prstGeom prst="rect">
            <a:avLst/>
          </a:prstGeom>
          <a:solidFill>
            <a:srgbClr val="162050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600200"/>
            <a:ext cx="20116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1691640"/>
            <a:ext cx="594360" cy="594360"/>
          </a:xfrm>
          <a:prstGeom prst="ellipse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6916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63440" y="23317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Manas Tawde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25786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D166"/>
                </a:solidFill>
              </a:rPr>
              <a:t>AI / NLP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66560" y="1600200"/>
            <a:ext cx="2011680" cy="1188720"/>
          </a:xfrm>
          <a:prstGeom prst="rect">
            <a:avLst/>
          </a:prstGeom>
          <a:solidFill>
            <a:srgbClr val="162050"/>
          </a:solidFill>
          <a:ln w="15240">
            <a:solidFill>
              <a:srgbClr val="EF47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1600200"/>
            <a:ext cx="201168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1691640"/>
            <a:ext cx="594360" cy="594360"/>
          </a:xfrm>
          <a:prstGeom prst="ellipse">
            <a:avLst/>
          </a:prstGeom>
          <a:solidFill>
            <a:srgbClr val="EF476F">
              <a:alpha val="3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16916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12280" y="233172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Priyanka Girap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257860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F476F"/>
                </a:solidFill>
              </a:rPr>
              <a:t>UI/UX &amp; Presentation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C2CB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TrendPulse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BB"/>
                </a:solidFill>
              </a:rPr>
              <a:t>Social Media Trend &amp; Sentiment Dashboard  |  PS-04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828800" y="4069080"/>
            <a:ext cx="5486400" cy="0"/>
          </a:xfrm>
          <a:prstGeom prst="line">
            <a:avLst/>
          </a:prstGeom>
          <a:noFill/>
          <a:ln w="6350">
            <a:solidFill>
              <a:srgbClr val="00C2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F0FE"/>
                </a:solidFill>
              </a:rPr>
              <a:t>"Know what the internet feels — before it's too late."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45720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A0F2C"/>
                </a:solidFill>
              </a:rPr>
              <a:t>READY TO BUILD 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4847</Words>
  <Application>WPS Presentation</Application>
  <PresentationFormat>On-screen Show (16:9)</PresentationFormat>
  <Paragraphs>353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TrendPulse – Social Media Trend Dashboard</dc:title>
  <dc:creator>PptxGenJS</dc:creator>
  <dc:subject>PptxGenJS Presentation</dc:subject>
  <cp:lastModifiedBy>John John Bright</cp:lastModifiedBy>
  <cp:revision>4</cp:revision>
  <dcterms:created xsi:type="dcterms:W3CDTF">2026-03-19T15:39:00Z</dcterms:created>
  <dcterms:modified xsi:type="dcterms:W3CDTF">2026-03-19T17:32:37Z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E98BBC4CFD9E4D2D80455AD3CC13F6C9_12</vt:lpwstr>
  </property>
  <property fmtid="{D5CDD505-2E9C-101B-9397-08002B2CF9AE}" pid="3" name="KSOProductBuildVer">
    <vt:lpwstr>1033-12.1.0.25242</vt:lpwstr>
  </property>
</Properties>
</file>